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49"/>
  </p:notesMasterIdLst>
  <p:sldIdLst/>
  <p:sldSz cx="12192000" cy="6858000"/>
  <p:notesSz cx="7010400" cy="9296400"/>
  <p:custDataLst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005C2A"/>
    <a:srgbClr val="2F854C"/>
    <a:srgbClr val="00B853"/>
    <a:srgbClr val="FFFFFF"/>
    <a:srgbClr val="F1F1F1"/>
    <a:srgbClr val="FEFEFE"/>
    <a:srgbClr val="53FFA1"/>
    <a:srgbClr val="196B24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1" autoAdjust="0"/>
    <p:restoredTop sz="95706" autoAdjust="0"/>
  </p:normalViewPr>
  <p:slideViewPr>
    <p:cSldViewPr snapToGrid="0">
      <p:cViewPr varScale="1">
        <p:scale>
          <a:sx n="152" d="100"/>
          <a:sy n="152" d="100"/>
        </p:scale>
        <p:origin x="3012" y="14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5" Type="http://schemas.openxmlformats.org/officeDocument/2006/relationships/slideMaster" Target="slideMasters/slideMaster1.xml"/><Relationship Id="rId49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C672F26-D5A6-4627-9877-5794CC515BB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E48F70E-0391-44EE-8590-843D0692C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47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998A-AA5D-7F09-9E78-F18FB23B9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3E207-A770-B212-E0C4-6DA54E3C2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DFAD9-8D38-DD42-B41C-C67E29E05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10CC6-6931-592C-210D-BA21A74AE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29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>
            <a:extLst>
              <a:ext uri="{FF2B5EF4-FFF2-40B4-BE49-F238E27FC236}">
                <a16:creationId xmlns:a16="http://schemas.microsoft.com/office/drawing/2014/main" id="{03748265-AAF5-68C0-7B98-52E2E1B6FB02}"/>
              </a:ext>
            </a:extLst>
          </p:cNvPr>
          <p:cNvSpPr/>
          <p:nvPr userDrawn="1">
            <p:custDataLst/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DB0D51-1FD1-1F43-84CD-1AA02924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8AE89-0208-2D7E-BF09-550014279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D2989-20E3-E4B9-B659-7548F576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2F007-744D-DC36-8610-971C1E041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FC381-DE54-7901-F932-EAC9E98D0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FC130C-B941-4FAA-A452-FE22C84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9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1B9DA4DE-FABC-4FD0-1109-9FA209E0878C}"/>
              </a:ext>
            </a:extLst>
          </p:cNvPr>
          <p:cNvSpPr/>
          <p:nvPr userDrawn="1">
            <p:custDataLst/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E24A4-232C-A3D8-DBB9-23BEE6967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60F1B-7728-6B42-DC6C-C6F29B33B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A7181-1E9D-CA63-B08A-503078FE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76A2-BE46-C76F-102D-020BFE5D5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0F3C4-634F-0A65-2CAC-05E13468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FC130C-B941-4FAA-A452-FE22C84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34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D8CDD-6C34-924D-6517-8FD817821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C716E-D3C9-C16B-E45C-ACBE5CCED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2339A-0956-AE89-AE11-BD7F3BFC8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6A2D6-0230-CFEF-407F-C0D343A15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9B1DF-F7D2-095B-9E6F-AE94433E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28A0-D540-819D-66AD-F08A18F9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FC130C-B941-4FAA-A452-FE22C84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64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0792-0D80-63DE-C065-D860F34F9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17C11-7D38-3A87-C1CD-54547E496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1CF1E-7862-E4EC-BB60-C6969BEE3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B8B0F-1753-9AFB-1A89-1A599C49A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FA3B30-DB71-E5DC-2FD9-1C7E40C4B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3D7D7C-56A5-ADDF-04DB-6271F16B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6AAD8E-938A-C7AF-824D-22CC7C207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2E96BF-D705-8C45-1025-EB09DF33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FC130C-B941-4FAA-A452-FE22C84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3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66E35-0E45-1755-1460-9E29A221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D7B4B-387C-9440-917B-4DC72DD3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8D50B-668F-C055-2C2F-C0003F02A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6B1F9-41E8-BAF5-09C4-B9D04D01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FC130C-B941-4FAA-A452-FE22C84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30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6AD8FBDA-D6C0-C6D4-FE87-6E0F3B8AC49F}"/>
              </a:ext>
            </a:extLst>
          </p:cNvPr>
          <p:cNvSpPr/>
          <p:nvPr userDrawn="1">
            <p:custDataLst/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F32A21-DDB5-0BD3-6F08-6E9B0744B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89223-1500-5BD6-C960-9483C2BE6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1340D-7C0F-353D-A17F-13E65FBF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FC130C-B941-4FAA-A452-FE22C84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00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699BB-CFED-7719-DBDC-E59ACD244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8DC49-B73C-0428-62C1-68633BC21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37B65-373D-FEB5-E8D3-7862B9172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420AD-DA04-E0FA-12FB-6D8DEF748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48E8A-0E72-023A-7926-22A28920E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50BB3-369F-0C1C-A1D0-7EF2810EC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FC130C-B941-4FAA-A452-FE22C84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10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15ECC-97BC-0DD4-F3CC-96265FC3B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6C4EAF-95EB-2A25-0C76-154D3B6C6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48D6E-C300-AE5A-242C-6F0838BBF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03071-D3A8-E11A-AB0B-019B583F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03067-82BA-EC6A-F9B6-BBA481ACC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CB481-5F6F-4901-DDE2-A27D241CE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FC130C-B941-4FAA-A452-FE22C84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2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F4D58-10DA-7D0F-4021-081F0A15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0FBAC-34F6-C1B6-9BD7-E966B46EC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224A8-8B43-6A28-E06D-33C525D99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1EBBB-F0D7-2EDD-0C62-9861E0D21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E5014-C757-9A85-FFA2-F1988AB8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FC130C-B941-4FAA-A452-FE22C84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12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2CC54A-46F3-BC8D-58B8-1E7F76A7E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E7A44B-32D8-5D01-DA10-EAB60BC9F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8171E-1D9B-702A-4EF4-F59446E0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C401A-9569-93E6-9CC4-AC547429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A6DF7-2AD3-F12B-796A-E2C363157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FC130C-B941-4FAA-A452-FE22C84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19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36E8659B-C725-E820-6D1A-784813B380B8}"/>
              </a:ext>
            </a:extLst>
          </p:cNvPr>
          <p:cNvSpPr/>
          <p:nvPr userDrawn="1">
            <p:custDataLst/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501650" y="1122362"/>
            <a:ext cx="8756650" cy="2479676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01650" y="3602037"/>
            <a:ext cx="8756650" cy="1655766"/>
          </a:xfrm>
          <a:prstGeom prst="rect">
            <a:avLst/>
          </a:prstGeom>
        </p:spPr>
        <p:txBody>
          <a:bodyPr anchor="t"/>
          <a:lstStyle>
            <a:lvl1pPr>
              <a:defRPr sz="2400" b="0">
                <a:solidFill>
                  <a:srgbClr val="AAAAAA"/>
                </a:solidFill>
                <a:latin typeface="Nunito" pitchFamily="2" charset="0"/>
                <a:ea typeface="+mn-ea"/>
                <a:cs typeface="+mn-cs"/>
                <a:sym typeface="Nunito Regular"/>
              </a:defRPr>
            </a:lvl1pPr>
            <a:lvl2pPr marL="0" indent="0">
              <a:buSzTx/>
              <a:buNone/>
              <a:defRPr sz="2400" b="0">
                <a:solidFill>
                  <a:srgbClr val="AAAAAA"/>
                </a:solidFill>
                <a:latin typeface="Nunito" pitchFamily="2" charset="0"/>
                <a:ea typeface="+mn-ea"/>
                <a:cs typeface="+mn-cs"/>
                <a:sym typeface="Nunito Regular"/>
              </a:defRPr>
            </a:lvl2pPr>
            <a:lvl3pPr marL="0" indent="0">
              <a:buSzTx/>
              <a:buNone/>
              <a:defRPr sz="2400" b="0">
                <a:solidFill>
                  <a:srgbClr val="AAAAAA"/>
                </a:solidFill>
                <a:latin typeface="Nunito" pitchFamily="2" charset="0"/>
                <a:ea typeface="+mn-ea"/>
                <a:cs typeface="+mn-cs"/>
                <a:sym typeface="Nunito Regular"/>
              </a:defRPr>
            </a:lvl3pPr>
            <a:lvl4pPr marL="0" indent="0">
              <a:buSzTx/>
              <a:buNone/>
              <a:defRPr sz="2400" b="0">
                <a:solidFill>
                  <a:srgbClr val="AAAAAA"/>
                </a:solidFill>
                <a:latin typeface="Nunito" pitchFamily="2" charset="0"/>
                <a:ea typeface="+mn-ea"/>
                <a:cs typeface="+mn-cs"/>
                <a:sym typeface="Nunito Regular"/>
              </a:defRPr>
            </a:lvl4pPr>
            <a:lvl5pPr marL="0" indent="0">
              <a:buSzTx/>
              <a:buNone/>
              <a:defRPr sz="2400" b="0">
                <a:solidFill>
                  <a:srgbClr val="AAAAAA"/>
                </a:solidFill>
                <a:latin typeface="Nunito" pitchFamily="2" charset="0"/>
                <a:ea typeface="+mn-ea"/>
                <a:cs typeface="+mn-cs"/>
                <a:sym typeface="Nunito Regular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85EF3A-215B-4439-C095-2AD3F9E5AE07}"/>
              </a:ext>
            </a:extLst>
          </p:cNvPr>
          <p:cNvSpPr txBox="1"/>
          <p:nvPr userDrawn="1"/>
        </p:nvSpPr>
        <p:spPr>
          <a:xfrm>
            <a:off x="8199783" y="6526927"/>
            <a:ext cx="34905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1">
              <a:defRPr/>
            </a:pPr>
            <a:r>
              <a:rPr lang="en-US" sz="1000" dirty="0">
                <a:solidFill>
                  <a:srgbClr val="BFBFBF"/>
                </a:solidFill>
                <a:latin typeface="Nunito" panose="020B0604020202020204" charset="0"/>
              </a:rPr>
              <a:t>© Energy Impact Partners, LP 2026 All Rights Reserved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44071-15AD-898D-2A2C-6FF98785599F}"/>
              </a:ext>
            </a:extLst>
          </p:cNvPr>
          <p:cNvSpPr txBox="1"/>
          <p:nvPr userDrawn="1"/>
        </p:nvSpPr>
        <p:spPr>
          <a:xfrm>
            <a:off x="11690350" y="6526927"/>
            <a:ext cx="501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B03CDAA-45A6-4D8F-A123-62C0861A3949}" type="slidenum">
              <a:rPr lang="en-US" sz="1000" smtClean="0">
                <a:solidFill>
                  <a:srgbClr val="BFBFBF"/>
                </a:solidFill>
                <a:latin typeface="Nunito" panose="020B0604020202020204" charset="0"/>
              </a:rPr>
              <a:pPr/>
              <a:t>‹#›</a:t>
            </a:fld>
            <a:endParaRPr lang="en-US" sz="1000">
              <a:solidFill>
                <a:srgbClr val="BFBFBF"/>
              </a:solidFill>
              <a:latin typeface="Nunito" panose="020B0604020202020204" charset="0"/>
            </a:endParaRPr>
          </a:p>
        </p:txBody>
      </p:sp>
      <p:pic>
        <p:nvPicPr>
          <p:cNvPr id="6" name="Picture 2" descr="https://www.energyimpactpartners.com/wp-content/uploads/2016/10/logo-new-2.png">
            <a:extLst>
              <a:ext uri="{FF2B5EF4-FFF2-40B4-BE49-F238E27FC236}">
                <a16:creationId xmlns:a16="http://schemas.microsoft.com/office/drawing/2014/main" id="{FCCBBA9D-9134-03EA-8BD0-595CD9ACE7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1" y="6538912"/>
            <a:ext cx="287019" cy="19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102971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20605B-11EC-3DF7-2227-8869C4D72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302A2-B11D-1006-EE31-098A59317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17579-0DE2-2DEA-052F-4E2A490B8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919A4-1B93-B7CB-B26D-4BEAE3284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2" descr="https://www.energyimpactpartners.com/wp-content/uploads/2016/10/logo-new-2.png">
            <a:extLst>
              <a:ext uri="{FF2B5EF4-FFF2-40B4-BE49-F238E27FC236}">
                <a16:creationId xmlns:a16="http://schemas.microsoft.com/office/drawing/2014/main" id="{A2515EC4-F3D4-1FAB-7DA7-E8C4D03CEA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1" y="6538912"/>
            <a:ext cx="287019" cy="19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ED37D2-BD0B-D3A9-6F85-40F9A5C82D5D}"/>
              </a:ext>
            </a:extLst>
          </p:cNvPr>
          <p:cNvSpPr txBox="1"/>
          <p:nvPr userDrawn="1"/>
        </p:nvSpPr>
        <p:spPr>
          <a:xfrm>
            <a:off x="8199783" y="6526927"/>
            <a:ext cx="34905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1">
              <a:defRPr/>
            </a:pPr>
            <a:r>
              <a:rPr lang="en-US" sz="1000" dirty="0">
                <a:solidFill>
                  <a:srgbClr val="BFBFBF"/>
                </a:solidFill>
                <a:latin typeface="Nunito" panose="020B0604020202020204" charset="0"/>
              </a:rPr>
              <a:t>© Energy Impact Partners, LP 2026 All Rights Reserved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0C43C4-CAA9-BBA7-00B1-38D336A117E9}"/>
              </a:ext>
            </a:extLst>
          </p:cNvPr>
          <p:cNvSpPr txBox="1"/>
          <p:nvPr userDrawn="1"/>
        </p:nvSpPr>
        <p:spPr>
          <a:xfrm>
            <a:off x="11690350" y="6526927"/>
            <a:ext cx="501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B03CDAA-45A6-4D8F-A123-62C0861A3949}" type="slidenum">
              <a:rPr lang="en-US" sz="1000" smtClean="0">
                <a:solidFill>
                  <a:srgbClr val="BFBFBF"/>
                </a:solidFill>
                <a:latin typeface="Nunito" panose="020B0604020202020204" charset="0"/>
              </a:rPr>
              <a:pPr/>
              <a:t>‹#›</a:t>
            </a:fld>
            <a:endParaRPr lang="en-US" sz="1000">
              <a:solidFill>
                <a:srgbClr val="BFBFBF"/>
              </a:solidFill>
              <a:latin typeface="Nuni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78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Nunito"/>
        <a:ea typeface=""/>
        <a:cs typeface=""/>
      </a:majorFont>
      <a:minorFont>
        <a:latin typeface="Nuni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0</Slides>
  <Notes>0</Notes>
  <HiddenSlides>0</HiddenSlides>
  <MMClips>0</MMClips>
  <ScaleCrop>false</ScaleCrop>
  <Company>Energy Impact Partners</Company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EIP Investment Memo Template</dc:title>
  <dc:creator>Energy Impact Partners</dc:creator>
  <cp:lastModifiedBy>Energy Impact Partners</cp:lastModifiedBy>
  <cp:revision>1</cp:revision>
  <cp:lastPrinted>2026-02-11T18:39:39Z</cp:lastPrinted>
  <dcterms:created xsi:type="dcterms:W3CDTF">2024-07-09T22:18:58Z</dcterms:created>
  <dcterms:modified xsi:type="dcterms:W3CDTF">2026-05-12T14:30:51Z</dcterms:modified>
  <dc:subject/>
  <dc:description/>
  <cp:category/>
  <cp:keywords/>
  <dc:identifier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